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</Words>
  <Application>WPS Presentation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Segoe UI Black</vt:lpstr>
      <vt:lpstr>Arial Rounded MT Bold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Nagendra P</cp:lastModifiedBy>
  <cp:revision>18</cp:revision>
  <dcterms:created xsi:type="dcterms:W3CDTF">2024-06-24T12:27:00Z</dcterms:created>
  <dcterms:modified xsi:type="dcterms:W3CDTF">2025-11-15T06:57:27Z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3DCDCF4796C7437D9CA12EAB86382F51_12</vt:lpwstr>
  </property>
  <property fmtid="{D5CDD505-2E9C-101B-9397-08002B2CF9AE}" pid="3" name="KSOProductBuildVer">
    <vt:lpwstr>1033-12.2.0.23155</vt:lpwstr>
  </property>
</Properties>
</file>